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73152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02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502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691640"/>
            <a:ext cx="73152" cy="7589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Supply Chain Crisis Management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disruption detected to recovery executed — in under 3 minutes.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0" cy="274320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SMEs lose millions every time a supplier goes silent.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4864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Hours of phone calls and WhatsApp messages to find a replacement supplier — with no guarantee of success.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8046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54864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system connecting open orders, supplier contacts, and alternatives in one place.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49040"/>
            <a:ext cx="54864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Every disruption resolved by gut instinct — no data, no process, no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 resolves supply disruptions in under 3 minutes.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watches your supply chain, finds the best replacement supplier when something breaks, and executes the full recovery — with one word from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4904" y="2468880"/>
            <a:ext cx="1152144" cy="658368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17904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81912" y="2468880"/>
            <a:ext cx="1152144" cy="658368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24912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468880"/>
            <a:ext cx="1152144" cy="65836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MATCH-DB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95928" y="2468880"/>
            <a:ext cx="1152144" cy="6583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5928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95928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MATCH-MAPS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38928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02936" y="2468880"/>
            <a:ext cx="1152144" cy="658368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2936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2936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5936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9944" y="2468880"/>
            <a:ext cx="1152144" cy="658368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9944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52944" y="265176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16952" y="2468880"/>
            <a:ext cx="1152144" cy="658368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250545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16952" y="277977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401568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9436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401568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8328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38328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loop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401568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72200" y="34930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172200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Agent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disruption runs the same intelligent loop —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18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9476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MongoDB — surfaces all affected orders, SKUs, and ₦ value at risk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384048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08760"/>
            <a:ext cx="54864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18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MATCH-DB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9476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$vectorSearch on 768-dim supplier embeddings finds semantically similar alternatives from your database.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84048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54864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72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MATCH-MAPS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5021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Places API fires when your DB has fewer than 3 results — real open businesses near you.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3840480" cy="13716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63240"/>
            <a:ext cx="54864" cy="1371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172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35021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operator approval: updates orders in MongoDB, sends vendor email via Gmail, writes full audit log.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database + Google Maps.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ranked list.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292608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DB]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756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you already work with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511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from vector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26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score, lead time, price 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your own MongoDB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417320"/>
            <a:ext cx="3657600" cy="2926080"/>
          </a:xfrm>
          <a:prstGeom prst="rect">
            <a:avLst/>
          </a:prstGeom>
          <a:solidFill>
            <a:srgbClr val="065F46">
              <a:alpha val="25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81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[MAPS LIVE]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0756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 businesses from Google Maps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25511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rating, review count, address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3026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cold-start on day 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5021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Auto-fires when DB has &lt; 3 results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Merged into one ranked recovery plan — Option A, B, C  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operator sees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agent completes the 7-step loop: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0" y="1417320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resolve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47s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764792"/>
            <a:ext cx="5852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764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chosen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64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Techmart Supplies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112264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1122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1122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459736"/>
            <a:ext cx="5852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4597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59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2807208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807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updated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807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154680"/>
            <a:ext cx="5852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Gmail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3502152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5021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delta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502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+₦54,000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0" y="3849624"/>
            <a:ext cx="5852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8496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38496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permanently logged — searchable, exportable, auditable.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reliable, production-grade infrastructure.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chosen for real-world performance — nothing included that doesn't earn its 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ED6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960120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$vectorSearch + document store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Groq Llama 3.3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automatic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4A853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54864" cy="9601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Places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supplier discovery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B923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51760"/>
            <a:ext cx="54864" cy="960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via Nodemailer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vendor emails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65176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2E8F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651760"/>
            <a:ext cx="54864" cy="960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TypeScript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type-safe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651760"/>
            <a:ext cx="2651760" cy="960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651760"/>
            <a:ext cx="54864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6304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SupplyPulse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45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007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 —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70078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Nigerian SME procurement happens on WhatsApp. A Twilio-powered interface for the agent is the most-requested feature.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395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505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Onboarding —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45059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suppliers register directly, verify their own data, and appear in YOUR DB results for future disruptions.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1455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 —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20040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order lead times and supplier activity — flag risks before they become emergencies.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89534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9502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—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395020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Yoruba, Igbo, and Hausa intake for operators outside Lagos who don't default to English.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money 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chaos.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your suppliers' problems shouldn't become your customers' problems.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3182112"/>
            <a:ext cx="1828800" cy="36576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supplypulse.vercel.app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MongoDB Atlas · Gemini · Groq · Google Maps · Gmail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SupplyPulse Pitch Deck</dc:title>
  <dc:subject>PptxGenJS Presentation</dc:subject>
  <dc:creator>PptxGenJS</dc:creator>
  <cp:lastModifiedBy>PptxGenJS</cp:lastModifiedBy>
  <cp:revision>1</cp:revision>
  <dcterms:created xsi:type="dcterms:W3CDTF">2026-06-10T19:21:50Z</dcterms:created>
  <dcterms:modified xsi:type="dcterms:W3CDTF">2026-06-10T19:21:50Z</dcterms:modified>
</cp:coreProperties>
</file>